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CF8509-90FD-4F6F-6167-B84BBA298D99}" v="21" dt="2026-05-25T01:22:50.8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HUR LOPES SANTOS" userId="S::arthur.santos13@aluno.cps.sp.gov.br::b37622eb-fcc6-4e6b-836d-22147c217454" providerId="AD" clId="Web-{3FCF8509-90FD-4F6F-6167-B84BBA298D99}"/>
    <pc:docChg chg="addSld modSld">
      <pc:chgData name="ARTHUR LOPES SANTOS" userId="S::arthur.santos13@aluno.cps.sp.gov.br::b37622eb-fcc6-4e6b-836d-22147c217454" providerId="AD" clId="Web-{3FCF8509-90FD-4F6F-6167-B84BBA298D99}" dt="2026-05-25T01:22:53.855" v="24"/>
      <pc:docMkLst>
        <pc:docMk/>
      </pc:docMkLst>
      <pc:sldChg chg="addSp modSp">
        <pc:chgData name="ARTHUR LOPES SANTOS" userId="S::arthur.santos13@aluno.cps.sp.gov.br::b37622eb-fcc6-4e6b-836d-22147c217454" providerId="AD" clId="Web-{3FCF8509-90FD-4F6F-6167-B84BBA298D99}" dt="2026-05-25T01:19:35.730" v="0"/>
        <pc:sldMkLst>
          <pc:docMk/>
          <pc:sldMk cId="2210866551" sldId="256"/>
        </pc:sldMkLst>
        <pc:picChg chg="add mod">
          <ac:chgData name="ARTHUR LOPES SANTOS" userId="S::arthur.santos13@aluno.cps.sp.gov.br::b37622eb-fcc6-4e6b-836d-22147c217454" providerId="AD" clId="Web-{3FCF8509-90FD-4F6F-6167-B84BBA298D99}" dt="2026-05-25T01:19:35.730" v="0"/>
          <ac:picMkLst>
            <pc:docMk/>
            <pc:sldMk cId="2210866551" sldId="256"/>
            <ac:picMk id="4" creationId="{4F8A09F5-0684-6F05-1E76-FD14C3D6E318}"/>
          </ac:picMkLst>
        </pc:picChg>
      </pc:sldChg>
      <pc:sldChg chg="addSp delSp modSp new mod setBg">
        <pc:chgData name="ARTHUR LOPES SANTOS" userId="S::arthur.santos13@aluno.cps.sp.gov.br::b37622eb-fcc6-4e6b-836d-22147c217454" providerId="AD" clId="Web-{3FCF8509-90FD-4F6F-6167-B84BBA298D99}" dt="2026-05-25T01:21:03.002" v="12"/>
        <pc:sldMkLst>
          <pc:docMk/>
          <pc:sldMk cId="880842933" sldId="257"/>
        </pc:sldMkLst>
        <pc:spChg chg="add del">
          <ac:chgData name="ARTHUR LOPES SANTOS" userId="S::arthur.santos13@aluno.cps.sp.gov.br::b37622eb-fcc6-4e6b-836d-22147c217454" providerId="AD" clId="Web-{3FCF8509-90FD-4F6F-6167-B84BBA298D99}" dt="2026-05-25T01:21:03.002" v="12"/>
          <ac:spMkLst>
            <pc:docMk/>
            <pc:sldMk cId="880842933" sldId="257"/>
            <ac:spMk id="2" creationId="{B399142B-98B5-9944-CC0A-58906B5FF9A0}"/>
          </ac:spMkLst>
        </pc:spChg>
        <pc:spChg chg="del">
          <ac:chgData name="ARTHUR LOPES SANTOS" userId="S::arthur.santos13@aluno.cps.sp.gov.br::b37622eb-fcc6-4e6b-836d-22147c217454" providerId="AD" clId="Web-{3FCF8509-90FD-4F6F-6167-B84BBA298D99}" dt="2026-05-25T01:20:48.939" v="7"/>
          <ac:spMkLst>
            <pc:docMk/>
            <pc:sldMk cId="880842933" sldId="257"/>
            <ac:spMk id="3" creationId="{F5C28133-36B3-3C37-6AE1-56EE1A1668C5}"/>
          </ac:spMkLst>
        </pc:spChg>
        <pc:picChg chg="add mod ord">
          <ac:chgData name="ARTHUR LOPES SANTOS" userId="S::arthur.santos13@aluno.cps.sp.gov.br::b37622eb-fcc6-4e6b-836d-22147c217454" providerId="AD" clId="Web-{3FCF8509-90FD-4F6F-6167-B84BBA298D99}" dt="2026-05-25T01:21:03.002" v="12"/>
          <ac:picMkLst>
            <pc:docMk/>
            <pc:sldMk cId="880842933" sldId="257"/>
            <ac:picMk id="4" creationId="{5B93A907-C8BA-9470-0F07-7ED5A293F287}"/>
          </ac:picMkLst>
        </pc:picChg>
      </pc:sldChg>
      <pc:sldChg chg="addSp delSp modSp new mod setBg">
        <pc:chgData name="ARTHUR LOPES SANTOS" userId="S::arthur.santos13@aluno.cps.sp.gov.br::b37622eb-fcc6-4e6b-836d-22147c217454" providerId="AD" clId="Web-{3FCF8509-90FD-4F6F-6167-B84BBA298D99}" dt="2026-05-25T01:21:50.100" v="14"/>
        <pc:sldMkLst>
          <pc:docMk/>
          <pc:sldMk cId="1238610602" sldId="258"/>
        </pc:sldMkLst>
        <pc:spChg chg="del">
          <ac:chgData name="ARTHUR LOPES SANTOS" userId="S::arthur.santos13@aluno.cps.sp.gov.br::b37622eb-fcc6-4e6b-836d-22147c217454" providerId="AD" clId="Web-{3FCF8509-90FD-4F6F-6167-B84BBA298D99}" dt="2026-05-25T01:21:50.100" v="14"/>
          <ac:spMkLst>
            <pc:docMk/>
            <pc:sldMk cId="1238610602" sldId="258"/>
            <ac:spMk id="2" creationId="{1BDF893E-4B46-3D63-AC3B-B68D6641D0A3}"/>
          </ac:spMkLst>
        </pc:spChg>
        <pc:spChg chg="del">
          <ac:chgData name="ARTHUR LOPES SANTOS" userId="S::arthur.santos13@aluno.cps.sp.gov.br::b37622eb-fcc6-4e6b-836d-22147c217454" providerId="AD" clId="Web-{3FCF8509-90FD-4F6F-6167-B84BBA298D99}" dt="2026-05-25T01:21:46.178" v="13"/>
          <ac:spMkLst>
            <pc:docMk/>
            <pc:sldMk cId="1238610602" sldId="258"/>
            <ac:spMk id="3" creationId="{59FD445E-BDC9-0663-BF21-E7A91235582D}"/>
          </ac:spMkLst>
        </pc:spChg>
        <pc:spChg chg="add">
          <ac:chgData name="ARTHUR LOPES SANTOS" userId="S::arthur.santos13@aluno.cps.sp.gov.br::b37622eb-fcc6-4e6b-836d-22147c217454" providerId="AD" clId="Web-{3FCF8509-90FD-4F6F-6167-B84BBA298D99}" dt="2026-05-25T01:21:50.100" v="14"/>
          <ac:spMkLst>
            <pc:docMk/>
            <pc:sldMk cId="1238610602" sldId="258"/>
            <ac:spMk id="9" creationId="{42A4FC2C-047E-45A5-965D-8E1E3BF09BC6}"/>
          </ac:spMkLst>
        </pc:spChg>
        <pc:picChg chg="add mod ord">
          <ac:chgData name="ARTHUR LOPES SANTOS" userId="S::arthur.santos13@aluno.cps.sp.gov.br::b37622eb-fcc6-4e6b-836d-22147c217454" providerId="AD" clId="Web-{3FCF8509-90FD-4F6F-6167-B84BBA298D99}" dt="2026-05-25T01:21:50.100" v="14"/>
          <ac:picMkLst>
            <pc:docMk/>
            <pc:sldMk cId="1238610602" sldId="258"/>
            <ac:picMk id="4" creationId="{A43277F7-A99F-B52D-D608-D7D6CB8FC27E}"/>
          </ac:picMkLst>
        </pc:picChg>
      </pc:sldChg>
      <pc:sldChg chg="addSp delSp modSp new mod setBg">
        <pc:chgData name="ARTHUR LOPES SANTOS" userId="S::arthur.santos13@aluno.cps.sp.gov.br::b37622eb-fcc6-4e6b-836d-22147c217454" providerId="AD" clId="Web-{3FCF8509-90FD-4F6F-6167-B84BBA298D99}" dt="2026-05-25T01:22:04.914" v="16"/>
        <pc:sldMkLst>
          <pc:docMk/>
          <pc:sldMk cId="650149035" sldId="259"/>
        </pc:sldMkLst>
        <pc:spChg chg="del">
          <ac:chgData name="ARTHUR LOPES SANTOS" userId="S::arthur.santos13@aluno.cps.sp.gov.br::b37622eb-fcc6-4e6b-836d-22147c217454" providerId="AD" clId="Web-{3FCF8509-90FD-4F6F-6167-B84BBA298D99}" dt="2026-05-25T01:22:04.914" v="16"/>
          <ac:spMkLst>
            <pc:docMk/>
            <pc:sldMk cId="650149035" sldId="259"/>
            <ac:spMk id="2" creationId="{044516C9-D62A-1546-94F6-342352CF4C9D}"/>
          </ac:spMkLst>
        </pc:spChg>
        <pc:spChg chg="del">
          <ac:chgData name="ARTHUR LOPES SANTOS" userId="S::arthur.santos13@aluno.cps.sp.gov.br::b37622eb-fcc6-4e6b-836d-22147c217454" providerId="AD" clId="Web-{3FCF8509-90FD-4F6F-6167-B84BBA298D99}" dt="2026-05-25T01:22:00.507" v="15"/>
          <ac:spMkLst>
            <pc:docMk/>
            <pc:sldMk cId="650149035" sldId="259"/>
            <ac:spMk id="3" creationId="{A0D06C06-BCCD-5706-5A7C-65A0BEA960A3}"/>
          </ac:spMkLst>
        </pc:spChg>
        <pc:spChg chg="add">
          <ac:chgData name="ARTHUR LOPES SANTOS" userId="S::arthur.santos13@aluno.cps.sp.gov.br::b37622eb-fcc6-4e6b-836d-22147c217454" providerId="AD" clId="Web-{3FCF8509-90FD-4F6F-6167-B84BBA298D99}" dt="2026-05-25T01:22:04.914" v="16"/>
          <ac:spMkLst>
            <pc:docMk/>
            <pc:sldMk cId="650149035" sldId="259"/>
            <ac:spMk id="9" creationId="{42A4FC2C-047E-45A5-965D-8E1E3BF09BC6}"/>
          </ac:spMkLst>
        </pc:spChg>
        <pc:picChg chg="add mod ord">
          <ac:chgData name="ARTHUR LOPES SANTOS" userId="S::arthur.santos13@aluno.cps.sp.gov.br::b37622eb-fcc6-4e6b-836d-22147c217454" providerId="AD" clId="Web-{3FCF8509-90FD-4F6F-6167-B84BBA298D99}" dt="2026-05-25T01:22:04.914" v="16"/>
          <ac:picMkLst>
            <pc:docMk/>
            <pc:sldMk cId="650149035" sldId="259"/>
            <ac:picMk id="4" creationId="{C8C22B5D-5BB9-4630-9ADD-4A40A2DAD741}"/>
          </ac:picMkLst>
        </pc:picChg>
      </pc:sldChg>
      <pc:sldChg chg="addSp delSp modSp new mod setBg">
        <pc:chgData name="ARTHUR LOPES SANTOS" userId="S::arthur.santos13@aluno.cps.sp.gov.br::b37622eb-fcc6-4e6b-836d-22147c217454" providerId="AD" clId="Web-{3FCF8509-90FD-4F6F-6167-B84BBA298D99}" dt="2026-05-25T01:22:20.853" v="18"/>
        <pc:sldMkLst>
          <pc:docMk/>
          <pc:sldMk cId="1303998712" sldId="260"/>
        </pc:sldMkLst>
        <pc:spChg chg="del">
          <ac:chgData name="ARTHUR LOPES SANTOS" userId="S::arthur.santos13@aluno.cps.sp.gov.br::b37622eb-fcc6-4e6b-836d-22147c217454" providerId="AD" clId="Web-{3FCF8509-90FD-4F6F-6167-B84BBA298D99}" dt="2026-05-25T01:22:20.853" v="18"/>
          <ac:spMkLst>
            <pc:docMk/>
            <pc:sldMk cId="1303998712" sldId="260"/>
            <ac:spMk id="2" creationId="{4D156A20-BC93-D9C1-22A3-5AD37CB60213}"/>
          </ac:spMkLst>
        </pc:spChg>
        <pc:spChg chg="del">
          <ac:chgData name="ARTHUR LOPES SANTOS" userId="S::arthur.santos13@aluno.cps.sp.gov.br::b37622eb-fcc6-4e6b-836d-22147c217454" providerId="AD" clId="Web-{3FCF8509-90FD-4F6F-6167-B84BBA298D99}" dt="2026-05-25T01:22:16.727" v="17"/>
          <ac:spMkLst>
            <pc:docMk/>
            <pc:sldMk cId="1303998712" sldId="260"/>
            <ac:spMk id="3" creationId="{90F0AB8C-F041-D30B-27CC-B5898B5D268F}"/>
          </ac:spMkLst>
        </pc:spChg>
        <pc:spChg chg="add">
          <ac:chgData name="ARTHUR LOPES SANTOS" userId="S::arthur.santos13@aluno.cps.sp.gov.br::b37622eb-fcc6-4e6b-836d-22147c217454" providerId="AD" clId="Web-{3FCF8509-90FD-4F6F-6167-B84BBA298D99}" dt="2026-05-25T01:22:20.853" v="18"/>
          <ac:spMkLst>
            <pc:docMk/>
            <pc:sldMk cId="1303998712" sldId="260"/>
            <ac:spMk id="9" creationId="{42A4FC2C-047E-45A5-965D-8E1E3BF09BC6}"/>
          </ac:spMkLst>
        </pc:spChg>
        <pc:picChg chg="add mod ord">
          <ac:chgData name="ARTHUR LOPES SANTOS" userId="S::arthur.santos13@aluno.cps.sp.gov.br::b37622eb-fcc6-4e6b-836d-22147c217454" providerId="AD" clId="Web-{3FCF8509-90FD-4F6F-6167-B84BBA298D99}" dt="2026-05-25T01:22:20.853" v="18"/>
          <ac:picMkLst>
            <pc:docMk/>
            <pc:sldMk cId="1303998712" sldId="260"/>
            <ac:picMk id="4" creationId="{BA2D7DBD-A434-930E-3FF4-38EC1D943B9A}"/>
          </ac:picMkLst>
        </pc:picChg>
      </pc:sldChg>
      <pc:sldChg chg="addSp delSp modSp new mod setBg">
        <pc:chgData name="ARTHUR LOPES SANTOS" userId="S::arthur.santos13@aluno.cps.sp.gov.br::b37622eb-fcc6-4e6b-836d-22147c217454" providerId="AD" clId="Web-{3FCF8509-90FD-4F6F-6167-B84BBA298D99}" dt="2026-05-25T01:22:33.838" v="20"/>
        <pc:sldMkLst>
          <pc:docMk/>
          <pc:sldMk cId="1432098134" sldId="261"/>
        </pc:sldMkLst>
        <pc:spChg chg="del">
          <ac:chgData name="ARTHUR LOPES SANTOS" userId="S::arthur.santos13@aluno.cps.sp.gov.br::b37622eb-fcc6-4e6b-836d-22147c217454" providerId="AD" clId="Web-{3FCF8509-90FD-4F6F-6167-B84BBA298D99}" dt="2026-05-25T01:22:33.838" v="20"/>
          <ac:spMkLst>
            <pc:docMk/>
            <pc:sldMk cId="1432098134" sldId="261"/>
            <ac:spMk id="2" creationId="{CDAE609C-1AAE-216D-A112-609EC3677366}"/>
          </ac:spMkLst>
        </pc:spChg>
        <pc:spChg chg="del">
          <ac:chgData name="ARTHUR LOPES SANTOS" userId="S::arthur.santos13@aluno.cps.sp.gov.br::b37622eb-fcc6-4e6b-836d-22147c217454" providerId="AD" clId="Web-{3FCF8509-90FD-4F6F-6167-B84BBA298D99}" dt="2026-05-25T01:22:29.666" v="19"/>
          <ac:spMkLst>
            <pc:docMk/>
            <pc:sldMk cId="1432098134" sldId="261"/>
            <ac:spMk id="3" creationId="{13CC2583-A85C-D4F5-6DE3-8286B4F22676}"/>
          </ac:spMkLst>
        </pc:spChg>
        <pc:spChg chg="add">
          <ac:chgData name="ARTHUR LOPES SANTOS" userId="S::arthur.santos13@aluno.cps.sp.gov.br::b37622eb-fcc6-4e6b-836d-22147c217454" providerId="AD" clId="Web-{3FCF8509-90FD-4F6F-6167-B84BBA298D99}" dt="2026-05-25T01:22:33.838" v="20"/>
          <ac:spMkLst>
            <pc:docMk/>
            <pc:sldMk cId="1432098134" sldId="261"/>
            <ac:spMk id="9" creationId="{42A4FC2C-047E-45A5-965D-8E1E3BF09BC6}"/>
          </ac:spMkLst>
        </pc:spChg>
        <pc:picChg chg="add mod ord">
          <ac:chgData name="ARTHUR LOPES SANTOS" userId="S::arthur.santos13@aluno.cps.sp.gov.br::b37622eb-fcc6-4e6b-836d-22147c217454" providerId="AD" clId="Web-{3FCF8509-90FD-4F6F-6167-B84BBA298D99}" dt="2026-05-25T01:22:33.838" v="20"/>
          <ac:picMkLst>
            <pc:docMk/>
            <pc:sldMk cId="1432098134" sldId="261"/>
            <ac:picMk id="4" creationId="{EFFF3C4F-52E7-28B0-2DDE-F7B3FEC6BCBB}"/>
          </ac:picMkLst>
        </pc:picChg>
      </pc:sldChg>
      <pc:sldChg chg="addSp delSp modSp new mod setBg">
        <pc:chgData name="ARTHUR LOPES SANTOS" userId="S::arthur.santos13@aluno.cps.sp.gov.br::b37622eb-fcc6-4e6b-836d-22147c217454" providerId="AD" clId="Web-{3FCF8509-90FD-4F6F-6167-B84BBA298D99}" dt="2026-05-25T01:22:53.855" v="24"/>
        <pc:sldMkLst>
          <pc:docMk/>
          <pc:sldMk cId="209347241" sldId="262"/>
        </pc:sldMkLst>
        <pc:spChg chg="del">
          <ac:chgData name="ARTHUR LOPES SANTOS" userId="S::arthur.santos13@aluno.cps.sp.gov.br::b37622eb-fcc6-4e6b-836d-22147c217454" providerId="AD" clId="Web-{3FCF8509-90FD-4F6F-6167-B84BBA298D99}" dt="2026-05-25T01:22:53.855" v="24"/>
          <ac:spMkLst>
            <pc:docMk/>
            <pc:sldMk cId="209347241" sldId="262"/>
            <ac:spMk id="2" creationId="{BDF1754D-EB86-ACF4-17BB-3EE27C9540A4}"/>
          </ac:spMkLst>
        </pc:spChg>
        <pc:spChg chg="del">
          <ac:chgData name="ARTHUR LOPES SANTOS" userId="S::arthur.santos13@aluno.cps.sp.gov.br::b37622eb-fcc6-4e6b-836d-22147c217454" providerId="AD" clId="Web-{3FCF8509-90FD-4F6F-6167-B84BBA298D99}" dt="2026-05-25T01:22:50.011" v="23"/>
          <ac:spMkLst>
            <pc:docMk/>
            <pc:sldMk cId="209347241" sldId="262"/>
            <ac:spMk id="3" creationId="{F0FF3490-2429-6C63-A588-B13E658FDE2B}"/>
          </ac:spMkLst>
        </pc:spChg>
        <pc:spChg chg="add">
          <ac:chgData name="ARTHUR LOPES SANTOS" userId="S::arthur.santos13@aluno.cps.sp.gov.br::b37622eb-fcc6-4e6b-836d-22147c217454" providerId="AD" clId="Web-{3FCF8509-90FD-4F6F-6167-B84BBA298D99}" dt="2026-05-25T01:22:53.855" v="24"/>
          <ac:spMkLst>
            <pc:docMk/>
            <pc:sldMk cId="209347241" sldId="262"/>
            <ac:spMk id="10" creationId="{42A4FC2C-047E-45A5-965D-8E1E3BF09BC6}"/>
          </ac:spMkLst>
        </pc:spChg>
        <pc:picChg chg="add del mod">
          <ac:chgData name="ARTHUR LOPES SANTOS" userId="S::arthur.santos13@aluno.cps.sp.gov.br::b37622eb-fcc6-4e6b-836d-22147c217454" providerId="AD" clId="Web-{3FCF8509-90FD-4F6F-6167-B84BBA298D99}" dt="2026-05-25T01:22:41.417" v="22"/>
          <ac:picMkLst>
            <pc:docMk/>
            <pc:sldMk cId="209347241" sldId="262"/>
            <ac:picMk id="4" creationId="{90900A83-D9AE-3FE9-AEA9-E9C833EB5F7B}"/>
          </ac:picMkLst>
        </pc:picChg>
        <pc:picChg chg="add mod ord">
          <ac:chgData name="ARTHUR LOPES SANTOS" userId="S::arthur.santos13@aluno.cps.sp.gov.br::b37622eb-fcc6-4e6b-836d-22147c217454" providerId="AD" clId="Web-{3FCF8509-90FD-4F6F-6167-B84BBA298D99}" dt="2026-05-25T01:22:53.855" v="24"/>
          <ac:picMkLst>
            <pc:docMk/>
            <pc:sldMk cId="209347241" sldId="262"/>
            <ac:picMk id="5" creationId="{B2DACD68-40AF-3E1E-054B-4D42C8CEE26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24.05.2026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24.05.2026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24.05.2026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24.05.2026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24.05.2026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24.05.2026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24.05.2026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24.05.2026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24.05.2026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24.05.2026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24.05.2026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24.05.2026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F8A09F5-0684-6F05-1E76-FD14C3D6E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 descr="Uma imagem contendo Diagrama&#10;&#10;O conteúdo gerado por IA pode estar incorreto.">
            <a:extLst>
              <a:ext uri="{FF2B5EF4-FFF2-40B4-BE49-F238E27FC236}">
                <a16:creationId xmlns:a16="http://schemas.microsoft.com/office/drawing/2014/main" id="{5B93A907-C8BA-9470-0F07-7ED5A293F2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842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Espaço Reservado para Conteúdo 3" descr="Interface gráfica do usuário, Aplicativo, Site&#10;&#10;O conteúdo gerado por IA pode estar incorreto.">
            <a:extLst>
              <a:ext uri="{FF2B5EF4-FFF2-40B4-BE49-F238E27FC236}">
                <a16:creationId xmlns:a16="http://schemas.microsoft.com/office/drawing/2014/main" id="{A43277F7-A99F-B52D-D608-D7D6CB8FC2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610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Espaço Reservado para Conteúdo 3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C8C22B5D-5BB9-4630-9ADD-4A40A2DAD7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149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Espaço Reservado para Conteúdo 3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BA2D7DBD-A434-930E-3FF4-38EC1D943B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998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Espaço Reservado para Conteúdo 3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EFFF3C4F-52E7-28B0-2DDE-F7B3FEC6BC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098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ço Reservado para Conteúdo 4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B2DACD68-40AF-3E1E-054B-4D42C8CEE2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472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8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</cp:revision>
  <dcterms:created xsi:type="dcterms:W3CDTF">2026-05-25T01:18:24Z</dcterms:created>
  <dcterms:modified xsi:type="dcterms:W3CDTF">2026-05-25T01:23:00Z</dcterms:modified>
</cp:coreProperties>
</file>